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C25BA-D89C-42E2-81C3-C41F327FE6DA}" type="datetimeFigureOut">
              <a:rPr lang="ko-KR" altLang="en-US" smtClean="0"/>
              <a:t>2022-11-05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1A329A-0A50-44CD-9FD9-B10082C5DE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985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Hi.</a:t>
            </a:r>
            <a:r>
              <a:rPr lang="ko-KR" altLang="en-US" dirty="0"/>
              <a:t> </a:t>
            </a:r>
            <a:r>
              <a:rPr lang="en-US" altLang="ko-KR" dirty="0"/>
              <a:t>This is my College English Final Exam alternative task video.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The topic I chose is retro, and I focused on music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A329A-0A50-44CD-9FD9-B10082C5DEF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573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These pictures are the singers and bands who sang the music that I like and listen to often. My hobby is collecting CD. This is the first album I bought.  Although I couldn't buy the first edition, I'm satisfied because the reason for the complaint is personal satisfaction</a:t>
            </a:r>
            <a:b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</a:b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 Also, I recently started collecting vinyl and bought them. This is MJ’s Bad. Surprisingly, this is the first edition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A329A-0A50-44CD-9FD9-B10082C5DEF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052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Apart from me, people these days love old music quite a lot. This is a graph that shows the subscribers and views of YouTube's Oasis account, both of which are steadily rising.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A329A-0A50-44CD-9FD9-B10082C5DEF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399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In addition, even though Oasis has been disbanded, both brothers have been steadily releasing albums and maintaining their popularity.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A329A-0A50-44CD-9FD9-B10082C5DEF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159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In some cases, even though it has been disbanded like an oasis, it remains popular by doing its own music, but there is also a way to create nostalgia through movies like Queen. Bohemian Rhapsody is a biopic of Queen, and not only is it fun to listen to Queen's songs, but it's also fun to check the synchronization of real singers and actors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A329A-0A50-44CD-9FD9-B10082C5DEF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116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In addition, although the existing vocalist has retired, there are cases where he continues his band career by recruiting another vocalist.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1A329A-0A50-44CD-9FD9-B10082C5DEF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59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F65AD-D106-47A4-A83D-CD03839A90B0}" type="datetimeFigureOut">
              <a:rPr lang="ko-KR" altLang="en-US" smtClean="0"/>
              <a:t>2022-11-05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EEF9-E8AE-43BA-8B04-B6E675E4F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827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F65AD-D106-47A4-A83D-CD03839A90B0}" type="datetimeFigureOut">
              <a:rPr lang="ko-KR" altLang="en-US" smtClean="0"/>
              <a:t>2022-11-05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EEF9-E8AE-43BA-8B04-B6E675E4F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115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F65AD-D106-47A4-A83D-CD03839A90B0}" type="datetimeFigureOut">
              <a:rPr lang="ko-KR" altLang="en-US" smtClean="0"/>
              <a:t>2022-11-05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EEF9-E8AE-43BA-8B04-B6E675E4F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851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F65AD-D106-47A4-A83D-CD03839A90B0}" type="datetimeFigureOut">
              <a:rPr lang="ko-KR" altLang="en-US" smtClean="0"/>
              <a:t>2022-11-05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EEF9-E8AE-43BA-8B04-B6E675E4F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319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F65AD-D106-47A4-A83D-CD03839A90B0}" type="datetimeFigureOut">
              <a:rPr lang="ko-KR" altLang="en-US" smtClean="0"/>
              <a:t>2022-11-05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EEF9-E8AE-43BA-8B04-B6E675E4F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9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F65AD-D106-47A4-A83D-CD03839A90B0}" type="datetimeFigureOut">
              <a:rPr lang="ko-KR" altLang="en-US" smtClean="0"/>
              <a:t>2022-11-05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EEF9-E8AE-43BA-8B04-B6E675E4F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41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F65AD-D106-47A4-A83D-CD03839A90B0}" type="datetimeFigureOut">
              <a:rPr lang="ko-KR" altLang="en-US" smtClean="0"/>
              <a:t>2022-11-05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EEF9-E8AE-43BA-8B04-B6E675E4F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099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F65AD-D106-47A4-A83D-CD03839A90B0}" type="datetimeFigureOut">
              <a:rPr lang="ko-KR" altLang="en-US" smtClean="0"/>
              <a:t>2022-11-05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EEF9-E8AE-43BA-8B04-B6E675E4F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71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F65AD-D106-47A4-A83D-CD03839A90B0}" type="datetimeFigureOut">
              <a:rPr lang="ko-KR" altLang="en-US" smtClean="0"/>
              <a:t>2022-11-05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EEF9-E8AE-43BA-8B04-B6E675E4F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53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F65AD-D106-47A4-A83D-CD03839A90B0}" type="datetimeFigureOut">
              <a:rPr lang="ko-KR" altLang="en-US" smtClean="0"/>
              <a:t>2022-11-05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EEF9-E8AE-43BA-8B04-B6E675E4F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92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F65AD-D106-47A4-A83D-CD03839A90B0}" type="datetimeFigureOut">
              <a:rPr lang="ko-KR" altLang="en-US" smtClean="0"/>
              <a:t>2022-11-05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5EEF9-E8AE-43BA-8B04-B6E675E4F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62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F65AD-D106-47A4-A83D-CD03839A90B0}" type="datetimeFigureOut">
              <a:rPr lang="ko-KR" altLang="en-US" smtClean="0"/>
              <a:t>2022-11-05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5EEF9-E8AE-43BA-8B04-B6E675E4F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055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0F8F64-3279-8BAB-1399-BDA227CBC1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College English </a:t>
            </a:r>
            <a:br>
              <a:rPr lang="en-US" altLang="ko-KR" dirty="0"/>
            </a:br>
            <a:r>
              <a:rPr lang="en-US" altLang="ko-KR" dirty="0"/>
              <a:t>Presentation 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EA8726-4F1E-251E-BAAE-AB676F02E3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20223100 </a:t>
            </a:r>
            <a:r>
              <a:rPr lang="ko-KR" altLang="en-US" dirty="0"/>
              <a:t>심준</a:t>
            </a:r>
          </a:p>
        </p:txBody>
      </p:sp>
    </p:spTree>
    <p:extLst>
      <p:ext uri="{BB962C8B-B14F-4D97-AF65-F5344CB8AC3E}">
        <p14:creationId xmlns:p14="http://schemas.microsoft.com/office/powerpoint/2010/main" val="142252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8bb4607ae10810e...">
            <a:extLst>
              <a:ext uri="{FF2B5EF4-FFF2-40B4-BE49-F238E27FC236}">
                <a16:creationId xmlns:a16="http://schemas.microsoft.com/office/drawing/2014/main" id="{7943D415-4876-7FE4-802D-2838BE957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69" y="675631"/>
            <a:ext cx="3433762" cy="342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Queen Band Digital Art by Topi Saurio - Fine Art America">
            <a:extLst>
              <a:ext uri="{FF2B5EF4-FFF2-40B4-BE49-F238E27FC236}">
                <a16:creationId xmlns:a16="http://schemas.microsoft.com/office/drawing/2014/main" id="{8F222C64-96DF-77AA-1BF0-7E52FE35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762" y="2885240"/>
            <a:ext cx="3267366" cy="3736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너바나(밴드) - 나무위키">
            <a:extLst>
              <a:ext uri="{FF2B5EF4-FFF2-40B4-BE49-F238E27FC236}">
                <a16:creationId xmlns:a16="http://schemas.microsoft.com/office/drawing/2014/main" id="{0D4AFB67-9A78-2B70-C792-FA4E0F281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107" y="236651"/>
            <a:ext cx="4253057" cy="2551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C/DC Share Original Label-Rejected 'Highway to Hell' Album Cover">
            <a:extLst>
              <a:ext uri="{FF2B5EF4-FFF2-40B4-BE49-F238E27FC236}">
                <a16:creationId xmlns:a16="http://schemas.microsoft.com/office/drawing/2014/main" id="{3BD9F3A8-5CE1-168B-395B-39A56CCDD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492" y="942109"/>
            <a:ext cx="1846376" cy="184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adiohead's 40 greatest songs – ranked! | Radiohead | The Guardian">
            <a:extLst>
              <a:ext uri="{FF2B5EF4-FFF2-40B4-BE49-F238E27FC236}">
                <a16:creationId xmlns:a16="http://schemas.microsoft.com/office/drawing/2014/main" id="{4AA2A4D8-8A01-E174-AC31-7B45E7CA1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8553" y="2880768"/>
            <a:ext cx="2050612" cy="2050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ötley Crüe Tickets, 2022-2023 Concert Tour Dates | Ticketmaster">
            <a:extLst>
              <a:ext uri="{FF2B5EF4-FFF2-40B4-BE49-F238E27FC236}">
                <a16:creationId xmlns:a16="http://schemas.microsoft.com/office/drawing/2014/main" id="{66E81D2A-E88D-5E50-A824-EDAA838FE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842" y="5023664"/>
            <a:ext cx="2963847" cy="166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Guns N' Roses - Wikipedia">
            <a:extLst>
              <a:ext uri="{FF2B5EF4-FFF2-40B4-BE49-F238E27FC236}">
                <a16:creationId xmlns:a16="http://schemas.microsoft.com/office/drawing/2014/main" id="{13035F83-78D9-90EF-A86A-FC3258978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41" y="4323576"/>
            <a:ext cx="209550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저니(밴드) - 나무위키">
            <a:extLst>
              <a:ext uri="{FF2B5EF4-FFF2-40B4-BE49-F238E27FC236}">
                <a16:creationId xmlns:a16="http://schemas.microsoft.com/office/drawing/2014/main" id="{1A429357-0BE3-94A6-7AC8-4F33382B9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0164" y="4776674"/>
            <a:ext cx="2632364" cy="175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6541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353031-C90D-FEFB-59CE-ECE00A9E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055D61-33C9-B154-2569-1DED9A9B4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6E8C91-5FCC-7900-0AAC-35C48E810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730" y="842601"/>
            <a:ext cx="8516539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466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C0A6C-60AA-1474-2AB8-7F0984F2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52BEF-AE6A-27CF-C5C2-332052834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50" name="Picture 2" descr="Everything's Electric - Liam Gallagher | Shazam">
            <a:extLst>
              <a:ext uri="{FF2B5EF4-FFF2-40B4-BE49-F238E27FC236}">
                <a16:creationId xmlns:a16="http://schemas.microsoft.com/office/drawing/2014/main" id="{2D3BC4E8-A548-094C-03F5-A0DF06AE8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891" y="1831830"/>
            <a:ext cx="3194339" cy="3194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el Gallagher's High Flying Birds (album) - Wikipedia">
            <a:extLst>
              <a:ext uri="{FF2B5EF4-FFF2-40B4-BE49-F238E27FC236}">
                <a16:creationId xmlns:a16="http://schemas.microsoft.com/office/drawing/2014/main" id="{479B0661-42A2-652D-2777-DAB3B18F2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927" y="2131422"/>
            <a:ext cx="3343884" cy="3343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484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F59F8-2B3E-8672-1EE5-0C86F055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DF2E73-5D65-E3D3-CEDA-C56C590E1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74" name="Picture 2" descr="Bohemian Rhapsody (2018) - IMDb">
            <a:extLst>
              <a:ext uri="{FF2B5EF4-FFF2-40B4-BE49-F238E27FC236}">
                <a16:creationId xmlns:a16="http://schemas.microsoft.com/office/drawing/2014/main" id="{7CB66195-F17C-2C4A-F184-4AE5A579D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758" y="1009651"/>
            <a:ext cx="3484347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977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553AB-C873-0472-D22E-BA1AE527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732D1E-F4AB-3EC3-9D77-3DCA9BFF7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098" name="Picture 2" descr="Arnel Pineda Makes His Debut For Journey, And The Crowd Is Amazed By His  Voice! | Live 2008 | Society Of Rock">
            <a:extLst>
              <a:ext uri="{FF2B5EF4-FFF2-40B4-BE49-F238E27FC236}">
                <a16:creationId xmlns:a16="http://schemas.microsoft.com/office/drawing/2014/main" id="{771A2ADC-7BDF-46C5-D2AC-1CF616ACE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436" y="1768254"/>
            <a:ext cx="5911128" cy="3321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529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D0F31-8792-F6C6-DECB-AEE2CA027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1CC1D-0422-F139-958E-8B82131E7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35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266</Words>
  <Application>Microsoft Office PowerPoint</Application>
  <PresentationFormat>와이드스크린</PresentationFormat>
  <Paragraphs>14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noto</vt:lpstr>
      <vt:lpstr>맑은 고딕</vt:lpstr>
      <vt:lpstr>Arial</vt:lpstr>
      <vt:lpstr>Calibri</vt:lpstr>
      <vt:lpstr>Calibri Light</vt:lpstr>
      <vt:lpstr>Office Theme</vt:lpstr>
      <vt:lpstr>College English  Presentation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English  Presentation </dc:title>
  <dc:creator>sim joon</dc:creator>
  <cp:lastModifiedBy>sim joon</cp:lastModifiedBy>
  <cp:revision>1</cp:revision>
  <dcterms:created xsi:type="dcterms:W3CDTF">2022-11-05T13:54:48Z</dcterms:created>
  <dcterms:modified xsi:type="dcterms:W3CDTF">2022-11-05T14:20:36Z</dcterms:modified>
</cp:coreProperties>
</file>